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COMPETITIVE CODING PLATFORM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practice, real-time 1v1 battles and classroom analytics in one platform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16 | Section: S3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Sajjanapu (2520030187) · Shammruth Bhuma (2520030191) · Tanvi Sannidhiraju (2520030057)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Spandana, Assistant Professor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 | KLH Bachupally Campus, CSE | PBL 2026-27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 | KLH University | PBL 2026-27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coding platform that unifies practice, competition and analytics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practice: problems adapt to each learner's performance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1v1 coding battles powered by WebSockets (Socket.IO)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tracking: ratings, XP, leaderboards and activity analytics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experience for students and teachers (classrooms and monitoring)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 | KLH University | PBL 2026-27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coding platforms lack real-time competition between peers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difficulty is fixed or filtered manually, not adapted to the learner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Classroom-level monitoring and analytics for teachers are limited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are single, basic scores that do not reflect multi-activity growth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one integrated platform that combines practice, competition and insight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 | KLH University | PBL 2026-27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competitive coding with real-time 1v1 battles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performance-based adaptive problem recommendations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ratings, XP, leaderboards and activity analytics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teachers to create classrooms and track student progress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submitted code safely in an isolated sandbox environment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the system with JWT authentication and bcrypt password hashing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 | KLH University | PBL 2026-27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0175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solving 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1v1 battles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selection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or basic filters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recommendations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Classroom support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classroom monitoring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 classrooms and analytics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Single, basic rating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Multi-tier ratings and XP progression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 | KLH University | PBL 2026-27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3909060" cy="166878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124712"/>
            <a:ext cx="3634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508760"/>
            <a:ext cx="3634740" cy="1138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accessible open-source technology: React, Node.js, MongoDB, Socket.IO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86300" y="1051560"/>
            <a:ext cx="3909060" cy="166878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23460" y="1124712"/>
            <a:ext cx="3634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23460" y="1508760"/>
            <a:ext cx="3634740" cy="1138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development cost using open-source tools and free-tier services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948940"/>
            <a:ext cx="3909060" cy="166878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022092"/>
            <a:ext cx="3634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406140"/>
            <a:ext cx="3634740" cy="1138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Intuitive, role-based platform for students and teachers; modular, easy-to-maintain architecture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86300" y="2948940"/>
            <a:ext cx="3909060" cy="166878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23460" y="3022092"/>
            <a:ext cx="3634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23460" y="3406140"/>
            <a:ext cx="3634740" cy="1138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incrementally from core features to deployment within a semester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 | KLH University | PBL 2026-27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2529840" cy="166878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124712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508760"/>
            <a:ext cx="2255520" cy="1138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React.js, HTML5, CSS3, JavaScript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07080" y="1051560"/>
            <a:ext cx="2529840" cy="166878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44240" y="1124712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44240" y="1508760"/>
            <a:ext cx="2255520" cy="1138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Express.js, REST APIs, Socket.IO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65520" y="1051560"/>
            <a:ext cx="2529840" cy="166878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02680" y="1124712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02680" y="1508760"/>
            <a:ext cx="2255520" cy="1138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with Mongoose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948940"/>
            <a:ext cx="2529840" cy="166878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022092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406140"/>
            <a:ext cx="2255520" cy="1138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bcrypt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307080" y="2948940"/>
            <a:ext cx="2529840" cy="166878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44240" y="3022092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Execution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444240" y="3406140"/>
            <a:ext cx="2255520" cy="1138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/ sandboxed code execution environment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065520" y="2948940"/>
            <a:ext cx="2529840" cy="166878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02680" y="3022092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202680" y="3406140"/>
            <a:ext cx="2255520" cy="1138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and GitHub, Docker, VS Code, Draw.io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 | KLH University | PBL 2026-27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DDD6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· Teachers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1691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606040" y="128016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97480" y="137160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(React.js)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· components · state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1691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DDD6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137160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(Node + Express)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· Socket.IO · JWT auth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1691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720840" y="128016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12280" y="137160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4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problems · battles · classrooms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3017520"/>
            <a:ext cx="3886200" cy="822960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54880" y="306324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Execution Service: isolated sandbox runs submissions and returns results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1089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dispatches code to the sandbox; real-time battle events flow over Socket.IO between both players.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 | KLH University | PBL 2026-27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model designed in Draw.io and implemented in MongoDB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collections: users, problems, submissions, battles, classrooms, ratings/XP, activity logs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link users to submissions, battles and classroom memberships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operations validated through CRUD testing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and references keep leaderboard and analytics queries efficient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Modules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 | KLH University | PBL 2026-27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3909060" cy="166878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124712"/>
            <a:ext cx="3634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&amp; Adaptive Engine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508760"/>
            <a:ext cx="3634740" cy="1138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problems based on past performance and difficulty level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86300" y="1051560"/>
            <a:ext cx="3909060" cy="166878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23460" y="1124712"/>
            <a:ext cx="3634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1v1 Battles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23460" y="1508760"/>
            <a:ext cx="3634740" cy="1138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matched coding duels over Socket.IO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948940"/>
            <a:ext cx="3909060" cy="166878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022092"/>
            <a:ext cx="3634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Ratings, XP &amp; Leaderboards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406140"/>
            <a:ext cx="3634740" cy="1138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ratings and XP progression across activities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86300" y="2948940"/>
            <a:ext cx="3909060" cy="166878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23460" y="3022092"/>
            <a:ext cx="3634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Classrooms &amp; Analytics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23460" y="3406140"/>
            <a:ext cx="3634740" cy="1138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create classrooms, monitor student progress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 | KLH University | PBL 2026-27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dashboard: welcome view, performance stats, rating and XP cards, recent activity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Classrooms page: classroom list with student counts and tools for teachers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sidebar gives role-based access to practice, battles and classrooms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responsive React interface with card-based analytics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 dashboard and classrooms screenshots from the poster here)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 | KLH University | PBL 2026-27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3909060" cy="356616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124712"/>
            <a:ext cx="3634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508760"/>
            <a:ext cx="363474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coding, 1v1 battles, adaptive practice, ratings and analytics working together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86300" y="1051560"/>
            <a:ext cx="3909060" cy="356616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23460" y="1124712"/>
            <a:ext cx="3634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&amp; Testing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23460" y="1508760"/>
            <a:ext cx="363474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database operations, input validation, authentication, APIs and real-time Socket.IO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 | KLH University | PBL 2026-27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Achieved: built an intelligent coding platform with problem-solving, adaptive learning, 1v1 battles and analytics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fit: enables 1v1 competition, personalizes practice via adaptation, tracks multi-activity ratings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with low-cost, open-source technologies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solid base for scaling to more users and features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 | KLH University | PBL 2026-27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3909060" cy="356616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124712"/>
            <a:ext cx="3634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508760"/>
            <a:ext cx="363474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analysis, debugging help, hints and learning recommendations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86300" y="1051560"/>
            <a:ext cx="3909060" cy="356616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23460" y="1124712"/>
            <a:ext cx="3634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Scale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23460" y="1508760"/>
            <a:ext cx="363474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prediction, plagiarism detection, mobile support and cloud-based code execution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16 · Guide: Dr. Spandana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Competitive Coding Platform</dc:title>
  <dc:subject>PptxGenJS Presentation</dc:subject>
  <dc:creator>PptxGenJS</dc:creator>
  <cp:lastModifiedBy>PptxGenJS</cp:lastModifiedBy>
  <cp:revision>1</cp:revision>
  <dcterms:created xsi:type="dcterms:W3CDTF">2026-10-03T08:26:20Z</dcterms:created>
  <dcterms:modified xsi:type="dcterms:W3CDTF">2026-10-03T08:26:20Z</dcterms:modified>
</cp:coreProperties>
</file>